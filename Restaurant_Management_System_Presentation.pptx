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73" r:id="rId2"/>
    <p:sldId id="274" r:id="rId3"/>
    <p:sldId id="256" r:id="rId4"/>
    <p:sldId id="257" r:id="rId5"/>
    <p:sldId id="258" r:id="rId6"/>
    <p:sldId id="298" r:id="rId7"/>
    <p:sldId id="299" r:id="rId8"/>
    <p:sldId id="300" r:id="rId9"/>
    <p:sldId id="301" r:id="rId10"/>
    <p:sldId id="287" r:id="rId11"/>
    <p:sldId id="288" r:id="rId12"/>
    <p:sldId id="289" r:id="rId13"/>
    <p:sldId id="290" r:id="rId14"/>
    <p:sldId id="291" r:id="rId15"/>
    <p:sldId id="297" r:id="rId16"/>
    <p:sldId id="293" r:id="rId17"/>
    <p:sldId id="295" r:id="rId18"/>
    <p:sldId id="294" r:id="rId19"/>
    <p:sldId id="292" r:id="rId20"/>
    <p:sldId id="261" r:id="rId21"/>
    <p:sldId id="278" r:id="rId22"/>
    <p:sldId id="263" r:id="rId23"/>
    <p:sldId id="264" r:id="rId24"/>
    <p:sldId id="271" r:id="rId25"/>
    <p:sldId id="296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5227AAE-5A1C-44EE-BC5D-B373DB9C5F14}">
          <p14:sldIdLst>
            <p14:sldId id="273"/>
            <p14:sldId id="274"/>
            <p14:sldId id="256"/>
            <p14:sldId id="257"/>
            <p14:sldId id="258"/>
            <p14:sldId id="298"/>
            <p14:sldId id="299"/>
            <p14:sldId id="300"/>
            <p14:sldId id="301"/>
            <p14:sldId id="287"/>
            <p14:sldId id="288"/>
            <p14:sldId id="289"/>
            <p14:sldId id="290"/>
            <p14:sldId id="291"/>
            <p14:sldId id="297"/>
            <p14:sldId id="293"/>
            <p14:sldId id="295"/>
            <p14:sldId id="294"/>
            <p14:sldId id="292"/>
            <p14:sldId id="261"/>
            <p14:sldId id="278"/>
            <p14:sldId id="263"/>
            <p14:sldId id="264"/>
            <p14:sldId id="271"/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1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210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157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35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628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722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387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844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36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179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821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17317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77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60707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292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533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4217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D193D-DDFA-CA8F-8041-C0933B8E4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E4408-4CCA-6764-D956-113BC4308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84328-03F7-8E25-FF91-9F97C59BC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9A901-5609-A29D-1B96-96F35B091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5E3C3-09BF-914D-6D5B-53B7E8731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733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C98CB8-DA4E-4D3E-A555-059173BCD19D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28E515F-5CF3-461B-8AC5-289A9C2718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46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slide" Target="slide13.xml"/><Relationship Id="rId18" Type="http://schemas.openxmlformats.org/officeDocument/2006/relationships/slide" Target="slide18.xml"/><Relationship Id="rId3" Type="http://schemas.openxmlformats.org/officeDocument/2006/relationships/slide" Target="slide1.xml"/><Relationship Id="rId21" Type="http://schemas.openxmlformats.org/officeDocument/2006/relationships/slide" Target="slide21.xml"/><Relationship Id="rId7" Type="http://schemas.openxmlformats.org/officeDocument/2006/relationships/slide" Target="slide7.xml"/><Relationship Id="rId12" Type="http://schemas.openxmlformats.org/officeDocument/2006/relationships/slide" Target="slide12.xml"/><Relationship Id="rId17" Type="http://schemas.openxmlformats.org/officeDocument/2006/relationships/slide" Target="slide17.xml"/><Relationship Id="rId2" Type="http://schemas.openxmlformats.org/officeDocument/2006/relationships/slide" Target="slide3.xml"/><Relationship Id="rId16" Type="http://schemas.openxmlformats.org/officeDocument/2006/relationships/slide" Target="slide16.xml"/><Relationship Id="rId20" Type="http://schemas.openxmlformats.org/officeDocument/2006/relationships/slide" Target="slide2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11" Type="http://schemas.openxmlformats.org/officeDocument/2006/relationships/slide" Target="slide11.xml"/><Relationship Id="rId24" Type="http://schemas.openxmlformats.org/officeDocument/2006/relationships/slide" Target="slide24.xml"/><Relationship Id="rId5" Type="http://schemas.openxmlformats.org/officeDocument/2006/relationships/slide" Target="slide5.xml"/><Relationship Id="rId15" Type="http://schemas.openxmlformats.org/officeDocument/2006/relationships/slide" Target="slide15.xml"/><Relationship Id="rId23" Type="http://schemas.openxmlformats.org/officeDocument/2006/relationships/slide" Target="slide23.xml"/><Relationship Id="rId10" Type="http://schemas.openxmlformats.org/officeDocument/2006/relationships/slide" Target="slide10.xml"/><Relationship Id="rId19" Type="http://schemas.openxmlformats.org/officeDocument/2006/relationships/slide" Target="slide19.xml"/><Relationship Id="rId4" Type="http://schemas.openxmlformats.org/officeDocument/2006/relationships/slide" Target="slide4.xml"/><Relationship Id="rId9" Type="http://schemas.openxmlformats.org/officeDocument/2006/relationships/slide" Target="slide9.xml"/><Relationship Id="rId14" Type="http://schemas.openxmlformats.org/officeDocument/2006/relationships/slide" Target="slide14.xml"/><Relationship Id="rId22" Type="http://schemas.openxmlformats.org/officeDocument/2006/relationships/slide" Target="slide2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.svg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.svg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" Target="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" Target="slide2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slide" Target="slide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.svg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1.svg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.svg"/><Relationship Id="rId4" Type="http://schemas.openxmlformats.org/officeDocument/2006/relationships/slide" Target="slid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.svg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png"/><Relationship Id="rId5" Type="http://schemas.openxmlformats.org/officeDocument/2006/relationships/image" Target="../media/image1.svg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.svg"/><Relationship Id="rId5" Type="http://schemas.openxmlformats.org/officeDocument/2006/relationships/slide" Target="slide2.xml"/><Relationship Id="rId4" Type="http://schemas.openxmlformats.org/officeDocument/2006/relationships/slide" Target="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.svg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.svg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.svg"/><Relationship Id="rId4" Type="http://schemas.openxmlformats.org/officeDocument/2006/relationships/slide" Target="slide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slide" Target="slide20.xml"/><Relationship Id="rId7" Type="http://schemas.openxmlformats.org/officeDocument/2006/relationships/image" Target="../media/image1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svg"/><Relationship Id="rId5" Type="http://schemas.openxmlformats.org/officeDocument/2006/relationships/slide" Target="slide2.xml"/><Relationship Id="rId4" Type="http://schemas.openxmlformats.org/officeDocument/2006/relationships/slide" Target="sl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2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.svg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.svg"/><Relationship Id="rId4" Type="http://schemas.openxmlformats.org/officeDocument/2006/relationships/slide" Target="slid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.svg"/><Relationship Id="rId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svg"/><Relationship Id="rId4" Type="http://schemas.openxmlformats.org/officeDocument/2006/relationships/slide" Target="slide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.svg"/><Relationship Id="rId4" Type="http://schemas.openxmlformats.org/officeDocument/2006/relationships/slide" Target="slide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F18D5-F65E-7D27-52AE-F6015EEA5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948" y="316368"/>
            <a:ext cx="6025870" cy="745949"/>
          </a:xfrm>
        </p:spPr>
        <p:txBody>
          <a:bodyPr/>
          <a:lstStyle/>
          <a:p>
            <a:pPr algn="ctr"/>
            <a:r>
              <a:rPr lang="en-IN" dirty="0"/>
              <a:t>Crown Kitchen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9BE4A-6646-E145-16D3-27A08F2F0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9948" y="1304364"/>
            <a:ext cx="6025870" cy="374778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GUIDED BY						SUBMITTED BY</a:t>
            </a:r>
          </a:p>
          <a:p>
            <a:pPr marL="0" indent="0">
              <a:buNone/>
            </a:pPr>
            <a:r>
              <a:rPr lang="en-IN" dirty="0"/>
              <a:t>DR. PRIYANKA MEHTA	          CHIRAG SARVAIYA</a:t>
            </a:r>
          </a:p>
          <a:p>
            <a:pPr marL="0" indent="0">
              <a:buNone/>
            </a:pPr>
            <a:r>
              <a:rPr lang="en-IN" dirty="0"/>
              <a:t>						          SAMIR SARVAIYA</a:t>
            </a:r>
          </a:p>
        </p:txBody>
      </p:sp>
      <p:sp>
        <p:nvSpPr>
          <p:cNvPr id="5" name="Arrow: Right 4">
            <a:hlinkClick r:id="rId2" action="ppaction://hlinksldjump"/>
            <a:extLst>
              <a:ext uri="{FF2B5EF4-FFF2-40B4-BE49-F238E27FC236}">
                <a16:creationId xmlns:a16="http://schemas.microsoft.com/office/drawing/2014/main" id="{734A7385-FF9F-46A4-C826-CFF34E170BF2}"/>
              </a:ext>
            </a:extLst>
          </p:cNvPr>
          <p:cNvSpPr/>
          <p:nvPr/>
        </p:nvSpPr>
        <p:spPr>
          <a:xfrm>
            <a:off x="10555150" y="5892801"/>
            <a:ext cx="1237920" cy="7967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722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24FB1-7605-78ED-C37C-C803203DE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9439" y="153937"/>
            <a:ext cx="8911687" cy="53703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INDEX</a:t>
            </a:r>
          </a:p>
        </p:txBody>
      </p:sp>
      <p:sp>
        <p:nvSpPr>
          <p:cNvPr id="4" name="Arrow: Right 3">
            <a:hlinkClick r:id="rId2" action="ppaction://hlinksldjump"/>
            <a:extLst>
              <a:ext uri="{FF2B5EF4-FFF2-40B4-BE49-F238E27FC236}">
                <a16:creationId xmlns:a16="http://schemas.microsoft.com/office/drawing/2014/main" id="{ED02FCEC-D43D-EF50-4559-BDB559F60BC4}"/>
              </a:ext>
            </a:extLst>
          </p:cNvPr>
          <p:cNvSpPr/>
          <p:nvPr/>
        </p:nvSpPr>
        <p:spPr>
          <a:xfrm>
            <a:off x="10421257" y="5718629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Left 5">
            <a:hlinkClick r:id="rId3" action="ppaction://hlinksldjump"/>
            <a:extLst>
              <a:ext uri="{FF2B5EF4-FFF2-40B4-BE49-F238E27FC236}">
                <a16:creationId xmlns:a16="http://schemas.microsoft.com/office/drawing/2014/main" id="{BFF6E601-48E1-AE06-0817-03D4E97A1F56}"/>
              </a:ext>
            </a:extLst>
          </p:cNvPr>
          <p:cNvSpPr/>
          <p:nvPr/>
        </p:nvSpPr>
        <p:spPr>
          <a:xfrm>
            <a:off x="130628" y="586614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CEC7F5-AFB3-4990-A968-2504DCAF3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3006" y="690969"/>
            <a:ext cx="8915400" cy="5762081"/>
          </a:xfrm>
        </p:spPr>
        <p:txBody>
          <a:bodyPr>
            <a:normAutofit fontScale="55000" lnSpcReduction="20000"/>
          </a:bodyPr>
          <a:lstStyle/>
          <a:p>
            <a:r>
              <a:rPr lang="en-IN" sz="1800" dirty="0">
                <a:hlinkClick r:id="rId2" action="ppaction://hlinksldjump"/>
              </a:rPr>
              <a:t>INTRODUCTION</a:t>
            </a:r>
            <a:endParaRPr lang="en-IN" sz="1800" dirty="0"/>
          </a:p>
          <a:p>
            <a:r>
              <a:rPr lang="en-IN" sz="1800" dirty="0">
                <a:latin typeface="Calibri" panose="020F0502020204030204" pitchFamily="34" charset="0"/>
                <a:hlinkClick r:id="rId4" action="ppaction://hlinksldjump"/>
              </a:rPr>
              <a:t>About Us</a:t>
            </a:r>
            <a:endParaRPr lang="en-IN" sz="1800" dirty="0">
              <a:latin typeface="Calibri" panose="020F0502020204030204" pitchFamily="34" charset="0"/>
            </a:endParaRPr>
          </a:p>
          <a:p>
            <a:r>
              <a:rPr lang="en-IN" sz="1800" dirty="0">
                <a:latin typeface="Calibri" panose="020F0502020204030204" pitchFamily="34" charset="0"/>
                <a:hlinkClick r:id="rId5" action="ppaction://hlinksldjump"/>
              </a:rPr>
              <a:t>Vision &amp; Mission</a:t>
            </a:r>
            <a:endParaRPr lang="en-IN" sz="1800" dirty="0">
              <a:latin typeface="Calibri" panose="020F0502020204030204" pitchFamily="34" charset="0"/>
            </a:endParaRPr>
          </a:p>
          <a:p>
            <a:r>
              <a:rPr lang="en-IN" dirty="0">
                <a:hlinkClick r:id="rId6" action="ppaction://hlinksldjump"/>
              </a:rPr>
              <a:t>DATA FLOW DIAGRAM USER PANEL</a:t>
            </a:r>
            <a:endParaRPr lang="en-IN" dirty="0"/>
          </a:p>
          <a:p>
            <a:r>
              <a:rPr lang="en-IN" dirty="0">
                <a:hlinkClick r:id="rId7" action="ppaction://hlinksldjump"/>
              </a:rPr>
              <a:t>DATA FLOW DIAGRAM ADMIN PANEL</a:t>
            </a:r>
            <a:endParaRPr lang="en-IN" dirty="0"/>
          </a:p>
          <a:p>
            <a:r>
              <a:rPr lang="en-IN" dirty="0">
                <a:hlinkClick r:id="rId8" action="ppaction://hlinksldjump"/>
              </a:rPr>
              <a:t>Task dependency diagram</a:t>
            </a:r>
            <a:endParaRPr lang="en-IN" dirty="0"/>
          </a:p>
          <a:p>
            <a:r>
              <a:rPr lang="en-US" dirty="0">
                <a:hlinkClick r:id="rId9" action="ppaction://hlinksldjump"/>
              </a:rPr>
              <a:t>ER Diagram </a:t>
            </a:r>
            <a:endParaRPr lang="en-IN" dirty="0"/>
          </a:p>
          <a:p>
            <a:r>
              <a:rPr lang="en-GB" dirty="0">
                <a:hlinkClick r:id="rId10" action="ppaction://hlinksldjump"/>
              </a:rPr>
              <a:t>HOME PAGE</a:t>
            </a:r>
            <a:endParaRPr lang="en-GB" dirty="0"/>
          </a:p>
          <a:p>
            <a:r>
              <a:rPr lang="en-IN" dirty="0">
                <a:hlinkClick r:id="rId11" action="ppaction://hlinksldjump"/>
              </a:rPr>
              <a:t>ABOUT US</a:t>
            </a:r>
            <a:endParaRPr lang="en-IN" dirty="0"/>
          </a:p>
          <a:p>
            <a:r>
              <a:rPr lang="en-IN" dirty="0">
                <a:latin typeface="Calibri" panose="020F0502020204030204" pitchFamily="34" charset="0"/>
                <a:hlinkClick r:id="rId12" action="ppaction://hlinksldjump"/>
              </a:rPr>
              <a:t>MEET OUR TEAM &amp; OUR VALUES</a:t>
            </a:r>
            <a:endParaRPr lang="en-IN" dirty="0">
              <a:latin typeface="Calibri" panose="020F0502020204030204" pitchFamily="34" charset="0"/>
            </a:endParaRPr>
          </a:p>
          <a:p>
            <a:r>
              <a:rPr lang="en-IN" dirty="0">
                <a:hlinkClick r:id="rId13" action="ppaction://hlinksldjump"/>
              </a:rPr>
              <a:t>CONTACT US</a:t>
            </a:r>
            <a:endParaRPr lang="en-IN" dirty="0"/>
          </a:p>
          <a:p>
            <a:r>
              <a:rPr lang="en-IN" dirty="0">
                <a:hlinkClick r:id="rId14" action="ppaction://hlinksldjump"/>
              </a:rPr>
              <a:t>PAYMENT</a:t>
            </a:r>
            <a:endParaRPr lang="en-IN" dirty="0"/>
          </a:p>
          <a:p>
            <a:r>
              <a:rPr lang="en-IN" dirty="0">
                <a:hlinkClick r:id="rId15" action="ppaction://hlinksldjump"/>
              </a:rPr>
              <a:t>PAYMENT CONFFORMD</a:t>
            </a:r>
            <a:endParaRPr lang="en-IN" dirty="0"/>
          </a:p>
          <a:p>
            <a:r>
              <a:rPr lang="en-IN" dirty="0">
                <a:hlinkClick r:id="rId16" action="ppaction://hlinksldjump"/>
              </a:rPr>
              <a:t>OUR MENU</a:t>
            </a:r>
            <a:endParaRPr lang="en-IN" dirty="0"/>
          </a:p>
          <a:p>
            <a:r>
              <a:rPr lang="en-IN" dirty="0">
                <a:hlinkClick r:id="rId17" action="ppaction://hlinksldjump"/>
              </a:rPr>
              <a:t>RESERVATION PAGE</a:t>
            </a:r>
            <a:endParaRPr lang="en-IN" dirty="0"/>
          </a:p>
          <a:p>
            <a:r>
              <a:rPr lang="en-GB" dirty="0">
                <a:hlinkClick r:id="rId18" action="ppaction://hlinksldjump"/>
              </a:rPr>
              <a:t>REGISTER PAGE</a:t>
            </a:r>
            <a:endParaRPr lang="en-GB" dirty="0"/>
          </a:p>
          <a:p>
            <a:r>
              <a:rPr lang="en-IN" dirty="0">
                <a:hlinkClick r:id="rId19" action="ppaction://hlinksldjump"/>
              </a:rPr>
              <a:t>LOGIN PAGE</a:t>
            </a:r>
            <a:endParaRPr lang="en-IN" dirty="0"/>
          </a:p>
          <a:p>
            <a:r>
              <a:rPr lang="en-IN" dirty="0">
                <a:hlinkClick r:id="rId20" action="ppaction://hlinksldjump"/>
              </a:rPr>
              <a:t>PROFILE</a:t>
            </a:r>
            <a:endParaRPr lang="en-IN" dirty="0"/>
          </a:p>
          <a:p>
            <a:r>
              <a:rPr lang="en-IN" dirty="0">
                <a:hlinkClick r:id="rId21" action="ppaction://hlinksldjump"/>
              </a:rPr>
              <a:t>ADMIN LOGIN PAGE</a:t>
            </a:r>
            <a:endParaRPr lang="en-IN" dirty="0"/>
          </a:p>
          <a:p>
            <a:r>
              <a:rPr lang="en-IN" dirty="0">
                <a:hlinkClick r:id="rId22" action="ppaction://hlinksldjump"/>
              </a:rPr>
              <a:t>ADMIN DASHBROD</a:t>
            </a:r>
            <a:endParaRPr lang="en-IN" dirty="0"/>
          </a:p>
          <a:p>
            <a:r>
              <a:rPr lang="en-IN" sz="1800" dirty="0">
                <a:latin typeface="Calibri" panose="020F0502020204030204" pitchFamily="34" charset="0"/>
                <a:hlinkClick r:id="rId23" action="ppaction://hlinksldjump"/>
              </a:rPr>
              <a:t>Location &amp; Hours</a:t>
            </a:r>
            <a:endParaRPr lang="en-IN" sz="1800" dirty="0">
              <a:latin typeface="Calibri" panose="020F0502020204030204" pitchFamily="34" charset="0"/>
            </a:endParaRPr>
          </a:p>
          <a:p>
            <a:r>
              <a:rPr lang="en-IN" sz="1800" dirty="0">
                <a:latin typeface="Calibri" panose="020F0502020204030204" pitchFamily="34" charset="0"/>
                <a:hlinkClick r:id="rId24" action="ppaction://hlinksldjump"/>
              </a:rPr>
              <a:t>Contact &amp; Follow Us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880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46F0-2261-5800-3FEB-C06799D46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7125" y="489640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IN" sz="5400" dirty="0"/>
              <a:t>INTRODUCTION</a:t>
            </a:r>
            <a:endParaRPr lang="en-IN" sz="5400" dirty="0">
              <a:latin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C5386-CC50-D247-FF18-369C72177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3412" y="1770530"/>
            <a:ext cx="8915400" cy="3777622"/>
          </a:xfrm>
        </p:spPr>
        <p:txBody>
          <a:bodyPr>
            <a:normAutofit fontScale="92500" lnSpcReduction="20000"/>
          </a:bodyPr>
          <a:lstStyle/>
          <a:p>
            <a:endParaRPr lang="en-GB" dirty="0"/>
          </a:p>
          <a:p>
            <a:pPr marL="0" indent="0" algn="ctr">
              <a:buNone/>
            </a:pPr>
            <a:r>
              <a:rPr lang="en-GB" sz="5400" dirty="0"/>
              <a:t>Crown Kitchen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dirty="0"/>
              <a:t>Authentic Italian dining • Since 2017</a:t>
            </a:r>
          </a:p>
          <a:p>
            <a:pPr algn="l"/>
            <a:endParaRPr lang="en-GB" dirty="0"/>
          </a:p>
          <a:p>
            <a:pPr algn="just"/>
            <a:r>
              <a:rPr lang="en-GB" dirty="0"/>
              <a:t>     Welcome to , </a:t>
            </a:r>
            <a:r>
              <a:rPr lang="en-IN" dirty="0">
                <a:latin typeface="Calibri" panose="020F0502020204030204" pitchFamily="34" charset="0"/>
              </a:rPr>
              <a:t>The Crown Kitchen</a:t>
            </a:r>
            <a:r>
              <a:rPr lang="en-GB" dirty="0">
                <a:latin typeface="Calibri" panose="020F0502020204030204" pitchFamily="34" charset="0"/>
              </a:rPr>
              <a:t> </a:t>
            </a:r>
            <a:r>
              <a:rPr lang="en-GB" dirty="0"/>
              <a:t>a modern dining destination blending classic recipes with innovative to create a memorable culinary experience. With a focus on fresh, locally sourced ingredients, our restaurant strives to deliver exceptional service in a welcoming atmosphere. At </a:t>
            </a:r>
            <a:r>
              <a:rPr lang="en-IN" dirty="0">
                <a:latin typeface="Calibri" panose="020F0502020204030204" pitchFamily="34" charset="0"/>
              </a:rPr>
              <a:t>The Restaurant</a:t>
            </a:r>
            <a:r>
              <a:rPr lang="en-GB" dirty="0"/>
              <a:t>, guests can enjoy diverse menu options ranging from authentic regional dishes to international , each prepared with attention to detail and passion for great food.</a:t>
            </a:r>
            <a:endParaRPr lang="en-IN" dirty="0"/>
          </a:p>
        </p:txBody>
      </p:sp>
      <p:sp>
        <p:nvSpPr>
          <p:cNvPr id="4" name="Arrow: Right 3">
            <a:hlinkClick r:id="rId2" action="ppaction://hlinksldjump"/>
            <a:extLst>
              <a:ext uri="{FF2B5EF4-FFF2-40B4-BE49-F238E27FC236}">
                <a16:creationId xmlns:a16="http://schemas.microsoft.com/office/drawing/2014/main" id="{D7A77836-6D0E-D6C8-0D8D-B7CDF64EBE51}"/>
              </a:ext>
            </a:extLst>
          </p:cNvPr>
          <p:cNvSpPr/>
          <p:nvPr/>
        </p:nvSpPr>
        <p:spPr>
          <a:xfrm>
            <a:off x="10406743" y="5704115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Left 5">
            <a:hlinkClick r:id="rId3" action="ppaction://hlinksldjump"/>
            <a:extLst>
              <a:ext uri="{FF2B5EF4-FFF2-40B4-BE49-F238E27FC236}">
                <a16:creationId xmlns:a16="http://schemas.microsoft.com/office/drawing/2014/main" id="{E89B3EFF-771F-D9EF-F3AA-533FA6310CC1}"/>
              </a:ext>
            </a:extLst>
          </p:cNvPr>
          <p:cNvSpPr/>
          <p:nvPr/>
        </p:nvSpPr>
        <p:spPr>
          <a:xfrm>
            <a:off x="174171" y="591122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Graphic 4" descr="House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6C0776CB-F89B-81D2-BC6C-D24EBBE8E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7028" y="570411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284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EC76-845D-FFDD-C8CE-6A9290404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4" y="627017"/>
            <a:ext cx="8911687" cy="1280890"/>
          </a:xfrm>
        </p:spPr>
        <p:txBody>
          <a:bodyPr>
            <a:normAutofit/>
          </a:bodyPr>
          <a:lstStyle/>
          <a:p>
            <a:pPr algn="ctr"/>
            <a:br>
              <a:rPr lang="en-IN" sz="3200" dirty="0">
                <a:latin typeface="Calibri" panose="020F0502020204030204" pitchFamily="34" charset="0"/>
              </a:rPr>
            </a:br>
            <a:r>
              <a:rPr lang="en-IN" sz="3200" dirty="0">
                <a:latin typeface="Calibri" panose="020F0502020204030204" pitchFamily="34" charset="0"/>
              </a:rPr>
              <a:t>About 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36D1F7-FB67-907B-C5A9-D611013C2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73728" y="2324459"/>
            <a:ext cx="8915400" cy="2126704"/>
          </a:xfrm>
        </p:spPr>
        <p:txBody>
          <a:bodyPr/>
          <a:lstStyle/>
          <a:p>
            <a:pPr algn="just"/>
            <a:r>
              <a:rPr lang="en-GB" sz="2000" dirty="0"/>
              <a:t>At our restaurant, we believe that great food brings people together. Our mission is to create memorable dining experiences through exceptional cuisine, outstanding service, and a welcoming atmosphere. We're committed to using fresh, locally-sourced ingredients to craft dishes that delight our guests and celebrate the rich </a:t>
            </a:r>
            <a:r>
              <a:rPr lang="en-GB" sz="2000" dirty="0" err="1"/>
              <a:t>flavors</a:t>
            </a:r>
            <a:r>
              <a:rPr lang="en-GB" sz="2000" dirty="0"/>
              <a:t> of our region</a:t>
            </a:r>
            <a:r>
              <a:rPr lang="en-GB" dirty="0"/>
              <a:t>.</a:t>
            </a:r>
            <a:endParaRPr lang="en-IN" dirty="0"/>
          </a:p>
        </p:txBody>
      </p:sp>
      <p:sp>
        <p:nvSpPr>
          <p:cNvPr id="4" name="Arrow: Right 3">
            <a:hlinkClick r:id="rId2" action="ppaction://hlinksldjump"/>
            <a:extLst>
              <a:ext uri="{FF2B5EF4-FFF2-40B4-BE49-F238E27FC236}">
                <a16:creationId xmlns:a16="http://schemas.microsoft.com/office/drawing/2014/main" id="{B0DDC078-9468-5410-739C-35DED04EBE4E}"/>
              </a:ext>
            </a:extLst>
          </p:cNvPr>
          <p:cNvSpPr/>
          <p:nvPr/>
        </p:nvSpPr>
        <p:spPr>
          <a:xfrm>
            <a:off x="10406743" y="5704115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Left 4">
            <a:hlinkClick r:id="rId3" action="ppaction://hlinksldjump"/>
            <a:extLst>
              <a:ext uri="{FF2B5EF4-FFF2-40B4-BE49-F238E27FC236}">
                <a16:creationId xmlns:a16="http://schemas.microsoft.com/office/drawing/2014/main" id="{8986FA3C-3404-548C-B06B-174E46C98EAA}"/>
              </a:ext>
            </a:extLst>
          </p:cNvPr>
          <p:cNvSpPr/>
          <p:nvPr/>
        </p:nvSpPr>
        <p:spPr>
          <a:xfrm>
            <a:off x="174171" y="591122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Hous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97A5CCCE-08FE-556B-9EBF-0FBB1B040A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7028" y="570411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116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EEE7-9D38-BE99-DBE2-39091770F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013" y="525230"/>
            <a:ext cx="8911687" cy="442701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</a:rPr>
              <a:t>Vision &amp; Mission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9E874-33C2-8DE4-7898-AB796BFDD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38300" y="1485900"/>
            <a:ext cx="8915400" cy="2467535"/>
          </a:xfrm>
        </p:spPr>
        <p:txBody>
          <a:bodyPr/>
          <a:lstStyle/>
          <a:p>
            <a:pPr algn="just"/>
            <a:r>
              <a:rPr lang="en-GB" dirty="0"/>
              <a:t>Vision : Our vision is to produce and sell locally sourced food and drink that are so delicious and satisfying that every customer who leaves our store wants to return</a:t>
            </a:r>
          </a:p>
          <a:p>
            <a:pPr algn="just"/>
            <a:r>
              <a:rPr lang="en-GB" dirty="0"/>
              <a:t>Mission: Serve fresh, honest food in a welcoming atmosphere. And Our mission is to make customers happy by sharing our family's authentic different recipes with the world</a:t>
            </a:r>
            <a:endParaRPr lang="en-IN" dirty="0"/>
          </a:p>
        </p:txBody>
      </p:sp>
      <p:sp>
        <p:nvSpPr>
          <p:cNvPr id="4" name="Arrow: Right 3">
            <a:hlinkClick r:id="rId2" action="ppaction://hlinksldjump"/>
            <a:extLst>
              <a:ext uri="{FF2B5EF4-FFF2-40B4-BE49-F238E27FC236}">
                <a16:creationId xmlns:a16="http://schemas.microsoft.com/office/drawing/2014/main" id="{6E23F461-F958-3EDC-F94A-88CA749AF455}"/>
              </a:ext>
            </a:extLst>
          </p:cNvPr>
          <p:cNvSpPr/>
          <p:nvPr/>
        </p:nvSpPr>
        <p:spPr>
          <a:xfrm>
            <a:off x="10406743" y="5704115"/>
            <a:ext cx="1480457" cy="8234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Left 4">
            <a:hlinkClick r:id="rId3" action="ppaction://hlinksldjump"/>
            <a:extLst>
              <a:ext uri="{FF2B5EF4-FFF2-40B4-BE49-F238E27FC236}">
                <a16:creationId xmlns:a16="http://schemas.microsoft.com/office/drawing/2014/main" id="{D9BCB77C-A620-C9B9-A5E3-F5EC1A1F714C}"/>
              </a:ext>
            </a:extLst>
          </p:cNvPr>
          <p:cNvSpPr/>
          <p:nvPr/>
        </p:nvSpPr>
        <p:spPr>
          <a:xfrm>
            <a:off x="174171" y="5911223"/>
            <a:ext cx="1567543" cy="70020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Hous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4E49043D-606C-C839-02B2-3458984AC9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54540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55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7E30443-3C3A-4B5E-B76C-F0889995E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247" y="156754"/>
            <a:ext cx="9132723" cy="733697"/>
          </a:xfrm>
        </p:spPr>
        <p:txBody>
          <a:bodyPr/>
          <a:lstStyle/>
          <a:p>
            <a:pPr algn="ctr"/>
            <a:r>
              <a:rPr lang="en-IN" dirty="0"/>
              <a:t>DATA FLOW DIAGRAM USER PANEL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FFAEAE98-6807-4105-9D5A-CF2B55547221}"/>
              </a:ext>
            </a:extLst>
          </p:cNvPr>
          <p:cNvSpPr/>
          <p:nvPr/>
        </p:nvSpPr>
        <p:spPr>
          <a:xfrm>
            <a:off x="10620103" y="6126480"/>
            <a:ext cx="1449977" cy="7336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Arrow: Left 16">
            <a:extLst>
              <a:ext uri="{FF2B5EF4-FFF2-40B4-BE49-F238E27FC236}">
                <a16:creationId xmlns:a16="http://schemas.microsoft.com/office/drawing/2014/main" id="{47B37743-0E90-470E-9285-32703F4F4C5A}"/>
              </a:ext>
            </a:extLst>
          </p:cNvPr>
          <p:cNvSpPr/>
          <p:nvPr/>
        </p:nvSpPr>
        <p:spPr>
          <a:xfrm>
            <a:off x="121920" y="6102531"/>
            <a:ext cx="1541417" cy="75764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8" name="Graphic 17" descr="Hous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86CBB9D7-5D3F-40A3-A448-4D1864471B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4520" y="5687111"/>
            <a:ext cx="914400" cy="914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46E1A9-8263-5D67-0464-841BCE7AF4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45" y="1435100"/>
            <a:ext cx="6645910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94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BBBC6-B156-4553-ACE0-918AF9FE1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223" y="180704"/>
            <a:ext cx="9806441" cy="707571"/>
          </a:xfrm>
        </p:spPr>
        <p:txBody>
          <a:bodyPr/>
          <a:lstStyle/>
          <a:p>
            <a:pPr algn="ctr"/>
            <a:r>
              <a:rPr lang="en-IN" dirty="0"/>
              <a:t>DATA FLOW DIAGRAM ADMIN PANEL</a:t>
            </a:r>
          </a:p>
        </p:txBody>
      </p:sp>
      <p:pic>
        <p:nvPicPr>
          <p:cNvPr id="6" name="Graphic 5" descr="Hous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8859584E-08A3-4570-A26F-8D6FC151A1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6183" y="5904411"/>
            <a:ext cx="914400" cy="914400"/>
          </a:xfrm>
          <a:prstGeom prst="rect">
            <a:avLst/>
          </a:prstGeom>
        </p:spPr>
      </p:pic>
      <p:sp>
        <p:nvSpPr>
          <p:cNvPr id="7" name="Arrow: Left 6">
            <a:extLst>
              <a:ext uri="{FF2B5EF4-FFF2-40B4-BE49-F238E27FC236}">
                <a16:creationId xmlns:a16="http://schemas.microsoft.com/office/drawing/2014/main" id="{CA35ADE5-2B08-4BAE-A172-6B2876FFFE33}"/>
              </a:ext>
            </a:extLst>
          </p:cNvPr>
          <p:cNvSpPr/>
          <p:nvPr/>
        </p:nvSpPr>
        <p:spPr>
          <a:xfrm>
            <a:off x="121920" y="6102531"/>
            <a:ext cx="1541417" cy="75764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2C6985B-FEB5-4F9C-A935-9B236ECB8B3D}"/>
              </a:ext>
            </a:extLst>
          </p:cNvPr>
          <p:cNvSpPr/>
          <p:nvPr/>
        </p:nvSpPr>
        <p:spPr>
          <a:xfrm>
            <a:off x="10620103" y="6126480"/>
            <a:ext cx="1449977" cy="7336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4C1DD5-2488-FA29-EE83-F889499028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45" y="1820863"/>
            <a:ext cx="6645910" cy="3987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A810B7-D151-BC49-A193-A790454653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045" y="1049338"/>
            <a:ext cx="6645910" cy="443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84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38CB8-E8CE-832C-0694-DB018BD62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3404" y="534169"/>
            <a:ext cx="8911687" cy="1280890"/>
          </a:xfrm>
        </p:spPr>
        <p:txBody>
          <a:bodyPr/>
          <a:lstStyle/>
          <a:p>
            <a:r>
              <a:rPr lang="en-IN" dirty="0"/>
              <a:t>Task dependency diagram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86136-AC85-1BB1-E68D-A2552AF91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D893B8-FC3D-74E9-9DE8-97255C75E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1" y="2133600"/>
            <a:ext cx="8915400" cy="3886200"/>
          </a:xfrm>
          <a:prstGeom prst="rect">
            <a:avLst/>
          </a:prstGeom>
        </p:spPr>
      </p:pic>
      <p:pic>
        <p:nvPicPr>
          <p:cNvPr id="7" name="Graphic 6" descr="House with solid fill">
            <a:hlinkClick r:id="rId3" action="ppaction://hlinksldjump"/>
            <a:extLst>
              <a:ext uri="{FF2B5EF4-FFF2-40B4-BE49-F238E27FC236}">
                <a16:creationId xmlns:a16="http://schemas.microsoft.com/office/drawing/2014/main" id="{82E0E158-6DE7-71CC-9374-7AE97C95E8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6183" y="5904411"/>
            <a:ext cx="914400" cy="914400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661C62BA-E2EB-BA85-9B20-112172E5603A}"/>
              </a:ext>
            </a:extLst>
          </p:cNvPr>
          <p:cNvSpPr/>
          <p:nvPr/>
        </p:nvSpPr>
        <p:spPr>
          <a:xfrm>
            <a:off x="121920" y="6102531"/>
            <a:ext cx="1541417" cy="75764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582671F-CB79-D272-29FF-803F01CFA25C}"/>
              </a:ext>
            </a:extLst>
          </p:cNvPr>
          <p:cNvSpPr/>
          <p:nvPr/>
        </p:nvSpPr>
        <p:spPr>
          <a:xfrm>
            <a:off x="10620103" y="6126480"/>
            <a:ext cx="1449977" cy="7336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5743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House with solid fill">
            <a:hlinkClick r:id="rId2" action="ppaction://hlinksldjump"/>
            <a:extLst>
              <a:ext uri="{FF2B5EF4-FFF2-40B4-BE49-F238E27FC236}">
                <a16:creationId xmlns:a16="http://schemas.microsoft.com/office/drawing/2014/main" id="{75581027-D104-9539-CDD4-D4C975D86B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26183" y="5904411"/>
            <a:ext cx="914400" cy="914400"/>
          </a:xfrm>
          <a:prstGeom prst="rect">
            <a:avLst/>
          </a:prstGeom>
        </p:spPr>
      </p:pic>
      <p:sp>
        <p:nvSpPr>
          <p:cNvPr id="5" name="Arrow: Left 4">
            <a:extLst>
              <a:ext uri="{FF2B5EF4-FFF2-40B4-BE49-F238E27FC236}">
                <a16:creationId xmlns:a16="http://schemas.microsoft.com/office/drawing/2014/main" id="{16196E68-B0DF-03A0-FD99-ADBC419CF339}"/>
              </a:ext>
            </a:extLst>
          </p:cNvPr>
          <p:cNvSpPr/>
          <p:nvPr/>
        </p:nvSpPr>
        <p:spPr>
          <a:xfrm>
            <a:off x="121920" y="6102531"/>
            <a:ext cx="1541417" cy="75764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589BD5E-0112-E12D-23BD-6448458A0826}"/>
              </a:ext>
            </a:extLst>
          </p:cNvPr>
          <p:cNvSpPr/>
          <p:nvPr/>
        </p:nvSpPr>
        <p:spPr>
          <a:xfrm>
            <a:off x="10620103" y="6126480"/>
            <a:ext cx="1449977" cy="7336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10F89B17-69F7-F8AA-17D9-8E97A324B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612" y="284624"/>
            <a:ext cx="539645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6005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6005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6005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6005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6005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005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005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005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005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r>
              <a:rPr lang="en-US" b="1" u="sng" dirty="0"/>
              <a:t>ER Diagram </a:t>
            </a:r>
            <a:endParaRPr lang="en-IN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60057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32658DC0-468C-99BF-C556-4139AA6A2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612" y="900923"/>
            <a:ext cx="6645275" cy="498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3543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517E744-F392-4686-117F-4452D53C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7466" y="552862"/>
            <a:ext cx="8911687" cy="787831"/>
          </a:xfrm>
        </p:spPr>
        <p:txBody>
          <a:bodyPr/>
          <a:lstStyle/>
          <a:p>
            <a:pPr algn="ctr"/>
            <a:r>
              <a:rPr lang="en-GB" dirty="0"/>
              <a:t>HOME PAGE</a:t>
            </a:r>
            <a:endParaRPr lang="en-IN" dirty="0"/>
          </a:p>
        </p:txBody>
      </p:sp>
      <p:sp>
        <p:nvSpPr>
          <p:cNvPr id="9" name="Arrow: Right 8">
            <a:hlinkClick r:id="rId2" action="ppaction://hlinksldjump"/>
            <a:extLst>
              <a:ext uri="{FF2B5EF4-FFF2-40B4-BE49-F238E27FC236}">
                <a16:creationId xmlns:a16="http://schemas.microsoft.com/office/drawing/2014/main" id="{38973EDD-B3DC-9F36-7123-8F98C6503901}"/>
              </a:ext>
            </a:extLst>
          </p:cNvPr>
          <p:cNvSpPr/>
          <p:nvPr/>
        </p:nvSpPr>
        <p:spPr>
          <a:xfrm>
            <a:off x="10406743" y="5704115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Arrow: Left 9">
            <a:hlinkClick r:id="rId3" action="ppaction://hlinksldjump"/>
            <a:extLst>
              <a:ext uri="{FF2B5EF4-FFF2-40B4-BE49-F238E27FC236}">
                <a16:creationId xmlns:a16="http://schemas.microsoft.com/office/drawing/2014/main" id="{DF3C084E-3FEA-4F39-96D8-1B29A8B3B322}"/>
              </a:ext>
            </a:extLst>
          </p:cNvPr>
          <p:cNvSpPr/>
          <p:nvPr/>
        </p:nvSpPr>
        <p:spPr>
          <a:xfrm>
            <a:off x="174171" y="591122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Graphic 6" descr="Hous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FE0D8329-1276-667D-6073-E1761123EC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7028" y="5704115"/>
            <a:ext cx="914400" cy="914400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F0E994-0187-4C7C-B6EE-5C9B9C2F5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2075584" y="1132958"/>
            <a:ext cx="8911687" cy="4571157"/>
          </a:xfrm>
        </p:spPr>
      </p:pic>
    </p:spTree>
    <p:extLst>
      <p:ext uri="{BB962C8B-B14F-4D97-AF65-F5344CB8AC3E}">
        <p14:creationId xmlns:p14="http://schemas.microsoft.com/office/powerpoint/2010/main" val="583510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1172-0E81-5C8C-CC1C-B4B08A8D7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9889" y="613374"/>
            <a:ext cx="8911687" cy="666808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ABOUT US</a:t>
            </a:r>
            <a:br>
              <a:rPr lang="en-IN" dirty="0"/>
            </a:br>
            <a:endParaRPr lang="en-IN" dirty="0"/>
          </a:p>
        </p:txBody>
      </p:sp>
      <p:sp>
        <p:nvSpPr>
          <p:cNvPr id="6" name="Arrow: Right 5">
            <a:hlinkClick r:id="rId2" action="ppaction://hlinksldjump"/>
            <a:extLst>
              <a:ext uri="{FF2B5EF4-FFF2-40B4-BE49-F238E27FC236}">
                <a16:creationId xmlns:a16="http://schemas.microsoft.com/office/drawing/2014/main" id="{A1255EA0-E00E-B85D-1F5C-5FBF499EACFC}"/>
              </a:ext>
            </a:extLst>
          </p:cNvPr>
          <p:cNvSpPr/>
          <p:nvPr/>
        </p:nvSpPr>
        <p:spPr>
          <a:xfrm>
            <a:off x="10406743" y="5704115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Left 6">
            <a:hlinkClick r:id="rId3" action="ppaction://hlinksldjump"/>
            <a:extLst>
              <a:ext uri="{FF2B5EF4-FFF2-40B4-BE49-F238E27FC236}">
                <a16:creationId xmlns:a16="http://schemas.microsoft.com/office/drawing/2014/main" id="{40883A43-0FBA-A7C2-8B45-E104FE59028A}"/>
              </a:ext>
            </a:extLst>
          </p:cNvPr>
          <p:cNvSpPr/>
          <p:nvPr/>
        </p:nvSpPr>
        <p:spPr>
          <a:xfrm>
            <a:off x="174171" y="591122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Graphic 2" descr="Hous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CB45E39C-DDD9-6DF5-A0FC-08E6358217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38532" y="5734808"/>
            <a:ext cx="914400" cy="914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DA74FB-F8C6-4C1C-969E-3C3A951ABA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7806" y="1280182"/>
            <a:ext cx="8368937" cy="4219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507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4A4C-59F9-5523-37C1-97E350F23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224177"/>
            <a:ext cx="8911687" cy="586125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latin typeface="Calibri" panose="020F0502020204030204" pitchFamily="34" charset="0"/>
              </a:rPr>
              <a:t>MEET OUR TEAM &amp; OUR VALUES</a:t>
            </a:r>
            <a:br>
              <a:rPr lang="en-IN" dirty="0">
                <a:latin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</a:rPr>
              <a:t>m</a:t>
            </a:r>
            <a:endParaRPr lang="en-IN" dirty="0"/>
          </a:p>
        </p:txBody>
      </p:sp>
      <p:sp>
        <p:nvSpPr>
          <p:cNvPr id="6" name="Arrow: Right 5">
            <a:hlinkClick r:id="rId2" action="ppaction://hlinksldjump"/>
            <a:extLst>
              <a:ext uri="{FF2B5EF4-FFF2-40B4-BE49-F238E27FC236}">
                <a16:creationId xmlns:a16="http://schemas.microsoft.com/office/drawing/2014/main" id="{946338F1-1432-E539-07D3-C169BED8FC9C}"/>
              </a:ext>
            </a:extLst>
          </p:cNvPr>
          <p:cNvSpPr/>
          <p:nvPr/>
        </p:nvSpPr>
        <p:spPr>
          <a:xfrm>
            <a:off x="10406743" y="5704115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Left 6">
            <a:hlinkClick r:id="rId3" action="ppaction://hlinksldjump"/>
            <a:extLst>
              <a:ext uri="{FF2B5EF4-FFF2-40B4-BE49-F238E27FC236}">
                <a16:creationId xmlns:a16="http://schemas.microsoft.com/office/drawing/2014/main" id="{46AE09F7-C6E4-50BB-7500-68566F0AA3FC}"/>
              </a:ext>
            </a:extLst>
          </p:cNvPr>
          <p:cNvSpPr/>
          <p:nvPr/>
        </p:nvSpPr>
        <p:spPr>
          <a:xfrm>
            <a:off x="174171" y="591122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Graphic 2" descr="Hous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1ED2C751-A064-0E0D-6E4E-ED5D3707EA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0436" y="5714083"/>
            <a:ext cx="914400" cy="914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1974D1-6C4B-457C-A643-FC85665C93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1792" y="933921"/>
            <a:ext cx="8911687" cy="478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58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row: Right 7">
            <a:hlinkClick r:id="rId2" action="ppaction://hlinksldjump"/>
            <a:extLst>
              <a:ext uri="{FF2B5EF4-FFF2-40B4-BE49-F238E27FC236}">
                <a16:creationId xmlns:a16="http://schemas.microsoft.com/office/drawing/2014/main" id="{517B1192-348E-CDD5-C6CD-6B362ECC0D57}"/>
              </a:ext>
            </a:extLst>
          </p:cNvPr>
          <p:cNvSpPr/>
          <p:nvPr/>
        </p:nvSpPr>
        <p:spPr>
          <a:xfrm>
            <a:off x="10406743" y="5704115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Left 8">
            <a:hlinkClick r:id="rId3" action="ppaction://hlinksldjump"/>
            <a:extLst>
              <a:ext uri="{FF2B5EF4-FFF2-40B4-BE49-F238E27FC236}">
                <a16:creationId xmlns:a16="http://schemas.microsoft.com/office/drawing/2014/main" id="{E483DE61-9487-CF50-F5A1-9FE88CD81596}"/>
              </a:ext>
            </a:extLst>
          </p:cNvPr>
          <p:cNvSpPr/>
          <p:nvPr/>
        </p:nvSpPr>
        <p:spPr>
          <a:xfrm>
            <a:off x="174171" y="591122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Graphic 1" descr="Hous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7AB78704-4FDB-72F3-E89A-0128E135DD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5341" y="5454022"/>
            <a:ext cx="914400" cy="91440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DF2BF32A-74F9-44A7-8304-05666B2FF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CONTACT US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53CEC799-89E1-4176-9039-CC9FB035B9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2592925" y="2133600"/>
            <a:ext cx="8911686" cy="3320422"/>
          </a:xfrm>
        </p:spPr>
      </p:pic>
    </p:spTree>
    <p:extLst>
      <p:ext uri="{BB962C8B-B14F-4D97-AF65-F5344CB8AC3E}">
        <p14:creationId xmlns:p14="http://schemas.microsoft.com/office/powerpoint/2010/main" val="3853268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5E45-B03E-62D9-45AA-E164114F0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398" y="-18826"/>
            <a:ext cx="8911687" cy="1280890"/>
          </a:xfrm>
        </p:spPr>
        <p:txBody>
          <a:bodyPr>
            <a:normAutofit/>
          </a:bodyPr>
          <a:lstStyle/>
          <a:p>
            <a:pPr algn="ctr"/>
            <a:br>
              <a:rPr lang="en-IN" dirty="0"/>
            </a:br>
            <a:r>
              <a:rPr lang="en-IN" dirty="0"/>
              <a:t>PAYMENT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47A8C-0458-495A-9F1B-121EA9581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30400" y="1485900"/>
            <a:ext cx="8915400" cy="38862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Arrow: Right 5">
            <a:hlinkClick r:id="rId2" action="ppaction://hlinksldjump"/>
            <a:extLst>
              <a:ext uri="{FF2B5EF4-FFF2-40B4-BE49-F238E27FC236}">
                <a16:creationId xmlns:a16="http://schemas.microsoft.com/office/drawing/2014/main" id="{FED3444F-D108-6C27-681A-89724EAB4BF3}"/>
              </a:ext>
            </a:extLst>
          </p:cNvPr>
          <p:cNvSpPr/>
          <p:nvPr/>
        </p:nvSpPr>
        <p:spPr>
          <a:xfrm>
            <a:off x="10406743" y="5704115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Left 6">
            <a:hlinkClick r:id="rId3" action="ppaction://hlinksldjump"/>
            <a:extLst>
              <a:ext uri="{FF2B5EF4-FFF2-40B4-BE49-F238E27FC236}">
                <a16:creationId xmlns:a16="http://schemas.microsoft.com/office/drawing/2014/main" id="{351F451A-B876-AC54-A829-683FC984CA3C}"/>
              </a:ext>
            </a:extLst>
          </p:cNvPr>
          <p:cNvSpPr/>
          <p:nvPr/>
        </p:nvSpPr>
        <p:spPr>
          <a:xfrm>
            <a:off x="174171" y="591122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Graphic 2" descr="Hous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B8973A77-4E85-079C-D1BE-FA1CFB3BE1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30900" y="5688106"/>
            <a:ext cx="914400" cy="914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0CD879-ED3C-4100-B140-6273E6EF07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8903" y="1112786"/>
            <a:ext cx="8911687" cy="442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4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EABCC3-F9CB-4C6E-A366-78DA1EF22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639" y="197755"/>
            <a:ext cx="8911687" cy="1280890"/>
          </a:xfrm>
        </p:spPr>
        <p:txBody>
          <a:bodyPr/>
          <a:lstStyle/>
          <a:p>
            <a:pPr algn="ctr"/>
            <a:r>
              <a:rPr lang="en-IN" dirty="0"/>
              <a:t>PAYMENT CONFFORMD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167D62-66E1-40D3-884A-AE714869A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927" y="796834"/>
            <a:ext cx="8620715" cy="5708469"/>
          </a:xfrm>
          <a:prstGeom prst="rect">
            <a:avLst/>
          </a:prstGeom>
        </p:spPr>
      </p:pic>
      <p:sp>
        <p:nvSpPr>
          <p:cNvPr id="8" name="Arrow: Right 7">
            <a:hlinkClick r:id="rId3" action="ppaction://hlinksldjump"/>
            <a:extLst>
              <a:ext uri="{FF2B5EF4-FFF2-40B4-BE49-F238E27FC236}">
                <a16:creationId xmlns:a16="http://schemas.microsoft.com/office/drawing/2014/main" id="{B74659B9-63A8-45AD-9E85-C195D19018CF}"/>
              </a:ext>
            </a:extLst>
          </p:cNvPr>
          <p:cNvSpPr/>
          <p:nvPr/>
        </p:nvSpPr>
        <p:spPr>
          <a:xfrm>
            <a:off x="10493010" y="6087291"/>
            <a:ext cx="1283925" cy="66620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Left 8">
            <a:hlinkClick r:id="rId4" action="ppaction://hlinksldjump"/>
            <a:extLst>
              <a:ext uri="{FF2B5EF4-FFF2-40B4-BE49-F238E27FC236}">
                <a16:creationId xmlns:a16="http://schemas.microsoft.com/office/drawing/2014/main" id="{764CD65B-F215-4734-A250-FE28FC280354}"/>
              </a:ext>
            </a:extLst>
          </p:cNvPr>
          <p:cNvSpPr/>
          <p:nvPr/>
        </p:nvSpPr>
        <p:spPr>
          <a:xfrm>
            <a:off x="224066" y="5917474"/>
            <a:ext cx="1528355" cy="742771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Graphic 10" descr="House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C842DB74-7A51-4070-9F23-8D1873E449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93284" y="563009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2003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75BA7-D459-94B5-86D4-DC28DA244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255" y="225119"/>
            <a:ext cx="8911687" cy="721659"/>
          </a:xfrm>
        </p:spPr>
        <p:txBody>
          <a:bodyPr/>
          <a:lstStyle/>
          <a:p>
            <a:pPr algn="ctr"/>
            <a:r>
              <a:rPr lang="en-IN" dirty="0"/>
              <a:t>OUR MENU</a:t>
            </a:r>
          </a:p>
        </p:txBody>
      </p:sp>
      <p:sp>
        <p:nvSpPr>
          <p:cNvPr id="6" name="Arrow: Right 5">
            <a:hlinkClick r:id="rId2" action="ppaction://hlinksldjump"/>
            <a:extLst>
              <a:ext uri="{FF2B5EF4-FFF2-40B4-BE49-F238E27FC236}">
                <a16:creationId xmlns:a16="http://schemas.microsoft.com/office/drawing/2014/main" id="{26404C15-915E-E12C-2720-96000D563C72}"/>
              </a:ext>
            </a:extLst>
          </p:cNvPr>
          <p:cNvSpPr/>
          <p:nvPr/>
        </p:nvSpPr>
        <p:spPr>
          <a:xfrm>
            <a:off x="10400335" y="5726615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Left 6">
            <a:hlinkClick r:id="rId3" action="ppaction://hlinksldjump"/>
            <a:extLst>
              <a:ext uri="{FF2B5EF4-FFF2-40B4-BE49-F238E27FC236}">
                <a16:creationId xmlns:a16="http://schemas.microsoft.com/office/drawing/2014/main" id="{28BD6B10-2CD3-FB43-C68E-CBE3B7AE2C0C}"/>
              </a:ext>
            </a:extLst>
          </p:cNvPr>
          <p:cNvSpPr/>
          <p:nvPr/>
        </p:nvSpPr>
        <p:spPr>
          <a:xfrm>
            <a:off x="174171" y="591122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Graphic 2" descr="Hous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F55C2EC4-BFDD-59DE-A533-403A201D6F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13824" y="5948315"/>
            <a:ext cx="914400" cy="800828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B2B5355-9460-40D2-B5E6-0E71DF5602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2455817" y="1086166"/>
            <a:ext cx="7594525" cy="4501061"/>
          </a:xfrm>
        </p:spPr>
      </p:pic>
    </p:spTree>
    <p:extLst>
      <p:ext uri="{BB962C8B-B14F-4D97-AF65-F5344CB8AC3E}">
        <p14:creationId xmlns:p14="http://schemas.microsoft.com/office/powerpoint/2010/main" val="1379139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369F4-642B-CFB6-BB30-3B0239D7B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160" y="168451"/>
            <a:ext cx="8911687" cy="45856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RESERVATION PAGE</a:t>
            </a:r>
            <a:br>
              <a:rPr lang="en-IN" b="1" dirty="0"/>
            </a:br>
            <a:endParaRPr lang="en-IN" dirty="0"/>
          </a:p>
        </p:txBody>
      </p:sp>
      <p:sp>
        <p:nvSpPr>
          <p:cNvPr id="6" name="Arrow: Right 5">
            <a:hlinkClick r:id="rId2" action="ppaction://hlinksldjump"/>
            <a:extLst>
              <a:ext uri="{FF2B5EF4-FFF2-40B4-BE49-F238E27FC236}">
                <a16:creationId xmlns:a16="http://schemas.microsoft.com/office/drawing/2014/main" id="{58C2A468-C363-3759-ABB7-2951759D7F73}"/>
              </a:ext>
            </a:extLst>
          </p:cNvPr>
          <p:cNvSpPr/>
          <p:nvPr/>
        </p:nvSpPr>
        <p:spPr>
          <a:xfrm>
            <a:off x="10406743" y="5704115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Left 6">
            <a:hlinkClick r:id="rId3" action="ppaction://hlinksldjump"/>
            <a:extLst>
              <a:ext uri="{FF2B5EF4-FFF2-40B4-BE49-F238E27FC236}">
                <a16:creationId xmlns:a16="http://schemas.microsoft.com/office/drawing/2014/main" id="{D36812E6-CAF9-A9C4-C805-3E1285D8AA4A}"/>
              </a:ext>
            </a:extLst>
          </p:cNvPr>
          <p:cNvSpPr/>
          <p:nvPr/>
        </p:nvSpPr>
        <p:spPr>
          <a:xfrm>
            <a:off x="174171" y="591122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Graphic 2" descr="Hous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5C0341FE-0A2B-40DC-18DC-EC501032D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5775149"/>
            <a:ext cx="914400" cy="91440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B57F941-3686-4624-B744-4DB91C7BF8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2286001" y="768483"/>
            <a:ext cx="8120742" cy="5006665"/>
          </a:xfrm>
        </p:spPr>
      </p:pic>
    </p:spTree>
    <p:extLst>
      <p:ext uri="{BB962C8B-B14F-4D97-AF65-F5344CB8AC3E}">
        <p14:creationId xmlns:p14="http://schemas.microsoft.com/office/powerpoint/2010/main" val="2217343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6167-2220-10BD-AC8A-15ED2655D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07" y="387547"/>
            <a:ext cx="8911687" cy="559231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REGISTER PAGE</a:t>
            </a:r>
            <a:endParaRPr lang="en-IN" dirty="0"/>
          </a:p>
        </p:txBody>
      </p:sp>
      <p:sp>
        <p:nvSpPr>
          <p:cNvPr id="6" name="Arrow: Right 5">
            <a:hlinkClick r:id="rId2" action="ppaction://hlinksldjump"/>
            <a:extLst>
              <a:ext uri="{FF2B5EF4-FFF2-40B4-BE49-F238E27FC236}">
                <a16:creationId xmlns:a16="http://schemas.microsoft.com/office/drawing/2014/main" id="{63BDA00E-FBD5-B1AC-49B2-94A72422EE2A}"/>
              </a:ext>
            </a:extLst>
          </p:cNvPr>
          <p:cNvSpPr/>
          <p:nvPr/>
        </p:nvSpPr>
        <p:spPr>
          <a:xfrm>
            <a:off x="10406743" y="5704115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Left 6">
            <a:hlinkClick r:id="rId3" action="ppaction://hlinksldjump"/>
            <a:extLst>
              <a:ext uri="{FF2B5EF4-FFF2-40B4-BE49-F238E27FC236}">
                <a16:creationId xmlns:a16="http://schemas.microsoft.com/office/drawing/2014/main" id="{74928A7E-DC8D-1C15-8B17-05CF8CFB6E7A}"/>
              </a:ext>
            </a:extLst>
          </p:cNvPr>
          <p:cNvSpPr/>
          <p:nvPr/>
        </p:nvSpPr>
        <p:spPr>
          <a:xfrm>
            <a:off x="174171" y="591122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Graphic 2" descr="Hous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B2FCF1DA-7597-3F04-3E8A-25914CD667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7850" y="5739632"/>
            <a:ext cx="914400" cy="91440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7C2B0B1-1236-458E-A20C-837C6C0952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2409199" y="977313"/>
            <a:ext cx="7611701" cy="4762319"/>
          </a:xfrm>
        </p:spPr>
      </p:pic>
    </p:spTree>
    <p:extLst>
      <p:ext uri="{BB962C8B-B14F-4D97-AF65-F5344CB8AC3E}">
        <p14:creationId xmlns:p14="http://schemas.microsoft.com/office/powerpoint/2010/main" val="1262870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65C8C-8ACF-00EB-969C-917E4DFDC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0229" y="56221"/>
            <a:ext cx="8911687" cy="735106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LOGIN PAGE</a:t>
            </a:r>
            <a:br>
              <a:rPr lang="en-IN" dirty="0"/>
            </a:br>
            <a:endParaRPr lang="en-IN" dirty="0"/>
          </a:p>
        </p:txBody>
      </p:sp>
      <p:sp>
        <p:nvSpPr>
          <p:cNvPr id="6" name="Arrow: Right 5">
            <a:hlinkClick r:id="rId3" action="ppaction://hlinksldjump"/>
            <a:extLst>
              <a:ext uri="{FF2B5EF4-FFF2-40B4-BE49-F238E27FC236}">
                <a16:creationId xmlns:a16="http://schemas.microsoft.com/office/drawing/2014/main" id="{467EC791-0238-63BE-8D85-AC1246D229AA}"/>
              </a:ext>
            </a:extLst>
          </p:cNvPr>
          <p:cNvSpPr/>
          <p:nvPr/>
        </p:nvSpPr>
        <p:spPr>
          <a:xfrm>
            <a:off x="10406743" y="5704115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Left 6">
            <a:hlinkClick r:id="rId4" action="ppaction://hlinksldjump"/>
            <a:extLst>
              <a:ext uri="{FF2B5EF4-FFF2-40B4-BE49-F238E27FC236}">
                <a16:creationId xmlns:a16="http://schemas.microsoft.com/office/drawing/2014/main" id="{61C97109-EB0E-6823-FEA5-EA023F340DAB}"/>
              </a:ext>
            </a:extLst>
          </p:cNvPr>
          <p:cNvSpPr/>
          <p:nvPr/>
        </p:nvSpPr>
        <p:spPr>
          <a:xfrm>
            <a:off x="174171" y="591122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Graphic 2" descr="House with solid fill">
            <a:hlinkClick r:id="rId5" action="ppaction://hlinksldjump"/>
            <a:extLst>
              <a:ext uri="{FF2B5EF4-FFF2-40B4-BE49-F238E27FC236}">
                <a16:creationId xmlns:a16="http://schemas.microsoft.com/office/drawing/2014/main" id="{AAAFFE66-B3CC-9250-0496-6780A16D24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8800" y="5623433"/>
            <a:ext cx="914400" cy="914400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9085BC4-FBA5-46AE-9F45-8079F569B7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tretch>
            <a:fillRect/>
          </a:stretch>
        </p:blipFill>
        <p:spPr>
          <a:xfrm>
            <a:off x="2984613" y="614850"/>
            <a:ext cx="6702917" cy="4845423"/>
          </a:xfrm>
        </p:spPr>
      </p:pic>
    </p:spTree>
    <p:extLst>
      <p:ext uri="{BB962C8B-B14F-4D97-AF65-F5344CB8AC3E}">
        <p14:creationId xmlns:p14="http://schemas.microsoft.com/office/powerpoint/2010/main" val="2508709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>
        <p:sndAc>
          <p:stSnd>
            <p:snd r:embed="rId2" name="click.wav"/>
          </p:stSnd>
        </p:sndAc>
      </p:transition>
    </mc:Choice>
    <mc:Fallback xmlns="">
      <p:transition>
        <p:sndAc>
          <p:stSnd>
            <p:snd r:embed="rId8" name="click.wav"/>
          </p:stSnd>
        </p:sndAc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Right 3">
            <a:hlinkClick r:id="rId2" action="ppaction://hlinksldjump"/>
            <a:extLst>
              <a:ext uri="{FF2B5EF4-FFF2-40B4-BE49-F238E27FC236}">
                <a16:creationId xmlns:a16="http://schemas.microsoft.com/office/drawing/2014/main" id="{56C61B78-690D-C220-7FCB-4C0584C18618}"/>
              </a:ext>
            </a:extLst>
          </p:cNvPr>
          <p:cNvSpPr/>
          <p:nvPr/>
        </p:nvSpPr>
        <p:spPr>
          <a:xfrm>
            <a:off x="10406743" y="5704115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Left 5">
            <a:hlinkClick r:id="rId3" action="ppaction://hlinksldjump"/>
            <a:extLst>
              <a:ext uri="{FF2B5EF4-FFF2-40B4-BE49-F238E27FC236}">
                <a16:creationId xmlns:a16="http://schemas.microsoft.com/office/drawing/2014/main" id="{591C4B31-5AF0-4F9F-D199-2372A7B2533B}"/>
              </a:ext>
            </a:extLst>
          </p:cNvPr>
          <p:cNvSpPr/>
          <p:nvPr/>
        </p:nvSpPr>
        <p:spPr>
          <a:xfrm>
            <a:off x="174171" y="591122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Graphic 7" descr="Hous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C16568A9-FF96-3BD6-29DB-999C3D8EE0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9705" y="5834743"/>
            <a:ext cx="914400" cy="914400"/>
          </a:xfrm>
          <a:prstGeom prst="rect">
            <a:avLst/>
          </a:prstGeom>
        </p:spPr>
      </p:pic>
      <p:sp>
        <p:nvSpPr>
          <p:cNvPr id="15" name="Title 14">
            <a:extLst>
              <a:ext uri="{FF2B5EF4-FFF2-40B4-BE49-F238E27FC236}">
                <a16:creationId xmlns:a16="http://schemas.microsoft.com/office/drawing/2014/main" id="{00D22C2C-283B-4CBC-9EFA-56EBA2806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168451"/>
            <a:ext cx="8911687" cy="71982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PROFILE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833AA95-CA24-41DD-84A7-2BCE3ED511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7891" y="588778"/>
            <a:ext cx="6413552" cy="5414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93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hlinkClick r:id="rId2" action="ppaction://hlinksldjump"/>
            <a:extLst>
              <a:ext uri="{FF2B5EF4-FFF2-40B4-BE49-F238E27FC236}">
                <a16:creationId xmlns:a16="http://schemas.microsoft.com/office/drawing/2014/main" id="{13FDF242-063B-00A3-7831-529DF83F38C3}"/>
              </a:ext>
            </a:extLst>
          </p:cNvPr>
          <p:cNvSpPr/>
          <p:nvPr/>
        </p:nvSpPr>
        <p:spPr>
          <a:xfrm>
            <a:off x="10406743" y="5704115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Left 3">
            <a:hlinkClick r:id="rId3" action="ppaction://hlinksldjump"/>
            <a:extLst>
              <a:ext uri="{FF2B5EF4-FFF2-40B4-BE49-F238E27FC236}">
                <a16:creationId xmlns:a16="http://schemas.microsoft.com/office/drawing/2014/main" id="{0E70184C-3F18-279F-AA42-C0D7A11CB323}"/>
              </a:ext>
            </a:extLst>
          </p:cNvPr>
          <p:cNvSpPr/>
          <p:nvPr/>
        </p:nvSpPr>
        <p:spPr>
          <a:xfrm>
            <a:off x="174171" y="591122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Hous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18A47033-2573-5E89-39D3-BD94F0D0F7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5749" y="5957047"/>
            <a:ext cx="914400" cy="914400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D9AF507-B04B-4032-A124-4C163EC11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4304" y="41657"/>
            <a:ext cx="8911687" cy="600891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ADMIN LOGIN PAGE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BDC5635-931C-412B-85DA-7F18632C90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9077" y="500283"/>
            <a:ext cx="5602140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99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Right 1">
            <a:hlinkClick r:id="rId2" action="ppaction://hlinksldjump"/>
            <a:extLst>
              <a:ext uri="{FF2B5EF4-FFF2-40B4-BE49-F238E27FC236}">
                <a16:creationId xmlns:a16="http://schemas.microsoft.com/office/drawing/2014/main" id="{D84A14EF-3DB2-4A73-ED6B-55C6A21DB1F1}"/>
              </a:ext>
            </a:extLst>
          </p:cNvPr>
          <p:cNvSpPr/>
          <p:nvPr/>
        </p:nvSpPr>
        <p:spPr>
          <a:xfrm>
            <a:off x="10406743" y="5704115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Arrow: Left 2">
            <a:hlinkClick r:id="rId3" action="ppaction://hlinksldjump"/>
            <a:extLst>
              <a:ext uri="{FF2B5EF4-FFF2-40B4-BE49-F238E27FC236}">
                <a16:creationId xmlns:a16="http://schemas.microsoft.com/office/drawing/2014/main" id="{D4BD63B8-D102-B7BA-E559-189CB66D6C6B}"/>
              </a:ext>
            </a:extLst>
          </p:cNvPr>
          <p:cNvSpPr/>
          <p:nvPr/>
        </p:nvSpPr>
        <p:spPr>
          <a:xfrm>
            <a:off x="174171" y="591122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Hous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E2EE7C1A-D3A7-04C1-80CF-F64544B1F9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18885" y="5658674"/>
            <a:ext cx="914400" cy="914400"/>
          </a:xfrm>
          <a:prstGeom prst="rect">
            <a:avLst/>
          </a:prstGeom>
        </p:spPr>
      </p:pic>
      <p:sp>
        <p:nvSpPr>
          <p:cNvPr id="18" name="Title 17">
            <a:extLst>
              <a:ext uri="{FF2B5EF4-FFF2-40B4-BE49-F238E27FC236}">
                <a16:creationId xmlns:a16="http://schemas.microsoft.com/office/drawing/2014/main" id="{175B48C2-615B-40FF-AC91-B3A73F8F8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168452"/>
            <a:ext cx="8911687" cy="61532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ADMIN DASHBROD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0B15B08-505A-49A8-B572-6F84401F4D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1314" y="684585"/>
            <a:ext cx="8408126" cy="5027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115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46157-4A21-5D66-DB9C-CF020B58D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9207" y="651004"/>
            <a:ext cx="8911687" cy="707149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</a:rPr>
              <a:t>Location &amp; Hours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FD1E0-473A-4E0B-609F-6F6B49431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930" y="2178423"/>
            <a:ext cx="9602788" cy="3146612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en-IN" sz="5900" dirty="0"/>
              <a:t>Location :123 restaurant Street New York, NY 10001.</a:t>
            </a:r>
          </a:p>
          <a:p>
            <a:pPr marL="0" indent="0" algn="just">
              <a:buNone/>
            </a:pPr>
            <a:endParaRPr lang="en-IN" sz="5900" dirty="0"/>
          </a:p>
          <a:p>
            <a:pPr algn="just"/>
            <a:r>
              <a:rPr lang="en-IN" sz="5900" dirty="0"/>
              <a:t>Time        :  Monday - Friday 11:00AM to 10:00PM.</a:t>
            </a:r>
          </a:p>
          <a:p>
            <a:pPr marL="0" indent="0" algn="just">
              <a:buNone/>
            </a:pPr>
            <a:r>
              <a:rPr lang="en-IN" sz="5900" dirty="0"/>
              <a:t>                      Saturday - Sunday 10:00AM to 11:</a:t>
            </a:r>
            <a:r>
              <a:rPr lang="en-IN" sz="5900" dirty="0">
                <a:sym typeface="Wingdings" panose="05000000000000000000" pitchFamily="2" charset="2"/>
              </a:rPr>
              <a:t>00</a:t>
            </a:r>
            <a:r>
              <a:rPr lang="en-IN" sz="5900" dirty="0"/>
              <a:t>PM.</a:t>
            </a:r>
          </a:p>
          <a:p>
            <a:pPr marL="0" indent="0" algn="just">
              <a:buNone/>
            </a:pPr>
            <a:r>
              <a:rPr lang="en-IN" sz="5900" dirty="0"/>
              <a:t>		       	</a:t>
            </a:r>
          </a:p>
          <a:p>
            <a:pPr marL="0" indent="0" algn="just">
              <a:buNone/>
            </a:pPr>
            <a:r>
              <a:rPr lang="en-IN" sz="5900" dirty="0"/>
              <a:t>                  </a:t>
            </a:r>
          </a:p>
          <a:p>
            <a:pPr marL="0" indent="0" algn="just">
              <a:buNone/>
            </a:pPr>
            <a:r>
              <a:rPr lang="en-IN" dirty="0"/>
              <a:t>                   </a:t>
            </a:r>
          </a:p>
        </p:txBody>
      </p:sp>
      <p:sp>
        <p:nvSpPr>
          <p:cNvPr id="3" name="Arrow: Right 2">
            <a:hlinkClick r:id="rId2" action="ppaction://hlinksldjump"/>
            <a:extLst>
              <a:ext uri="{FF2B5EF4-FFF2-40B4-BE49-F238E27FC236}">
                <a16:creationId xmlns:a16="http://schemas.microsoft.com/office/drawing/2014/main" id="{9015DC45-F259-BE8B-6071-653FC686315C}"/>
              </a:ext>
            </a:extLst>
          </p:cNvPr>
          <p:cNvSpPr/>
          <p:nvPr/>
        </p:nvSpPr>
        <p:spPr>
          <a:xfrm>
            <a:off x="10406743" y="5704115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Left 4">
            <a:hlinkClick r:id="rId3" action="ppaction://hlinksldjump"/>
            <a:extLst>
              <a:ext uri="{FF2B5EF4-FFF2-40B4-BE49-F238E27FC236}">
                <a16:creationId xmlns:a16="http://schemas.microsoft.com/office/drawing/2014/main" id="{6FD361D6-4188-D14F-6CED-A68965F85DEF}"/>
              </a:ext>
            </a:extLst>
          </p:cNvPr>
          <p:cNvSpPr/>
          <p:nvPr/>
        </p:nvSpPr>
        <p:spPr>
          <a:xfrm>
            <a:off x="174171" y="591122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Hous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80B955C5-E2A0-4E40-78A7-FE0D8C9DA7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7850" y="532503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24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6DBCB-750A-3DC8-68DC-E2669801D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624110"/>
            <a:ext cx="8911687" cy="828172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</a:rPr>
              <a:t>Contact &amp; Follow 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FB401-4414-5BCD-B1D7-02608840C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2318" y="1358153"/>
            <a:ext cx="8915400" cy="4540624"/>
          </a:xfrm>
        </p:spPr>
        <p:txBody>
          <a:bodyPr/>
          <a:lstStyle/>
          <a:p>
            <a:r>
              <a:rPr lang="it-IT" dirty="0"/>
              <a:t>Phone: 7283847104 </a:t>
            </a:r>
          </a:p>
          <a:p>
            <a:pPr marL="0" indent="0">
              <a:buNone/>
            </a:pPr>
            <a:r>
              <a:rPr lang="it-IT" dirty="0"/>
              <a:t>                   6359523759</a:t>
            </a:r>
          </a:p>
          <a:p>
            <a:r>
              <a:rPr lang="it-IT" dirty="0"/>
              <a:t>Email: crownkitchen@yhoo.com</a:t>
            </a:r>
          </a:p>
          <a:p>
            <a:r>
              <a:rPr lang="it-IT" dirty="0"/>
              <a:t>Instagram: @ crown_kitchen</a:t>
            </a:r>
          </a:p>
          <a:p>
            <a:r>
              <a:rPr lang="it-IT" dirty="0"/>
              <a:t>Facebook : crown_kitchen</a:t>
            </a:r>
            <a:endParaRPr lang="en-IN" dirty="0"/>
          </a:p>
        </p:txBody>
      </p:sp>
      <p:sp>
        <p:nvSpPr>
          <p:cNvPr id="4" name="Arrow: Right 3">
            <a:hlinkClick r:id="rId2" action="ppaction://hlinksldjump"/>
            <a:extLst>
              <a:ext uri="{FF2B5EF4-FFF2-40B4-BE49-F238E27FC236}">
                <a16:creationId xmlns:a16="http://schemas.microsoft.com/office/drawing/2014/main" id="{B5292E32-E641-1DED-3BDB-480760F8A485}"/>
              </a:ext>
            </a:extLst>
          </p:cNvPr>
          <p:cNvSpPr/>
          <p:nvPr/>
        </p:nvSpPr>
        <p:spPr>
          <a:xfrm>
            <a:off x="10406743" y="5704115"/>
            <a:ext cx="1480457" cy="9854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Left 4">
            <a:hlinkClick r:id="rId3" action="ppaction://hlinksldjump"/>
            <a:extLst>
              <a:ext uri="{FF2B5EF4-FFF2-40B4-BE49-F238E27FC236}">
                <a16:creationId xmlns:a16="http://schemas.microsoft.com/office/drawing/2014/main" id="{791D327A-C7D5-D16D-353C-821A32D94993}"/>
              </a:ext>
            </a:extLst>
          </p:cNvPr>
          <p:cNvSpPr/>
          <p:nvPr/>
        </p:nvSpPr>
        <p:spPr>
          <a:xfrm>
            <a:off x="174171" y="5911222"/>
            <a:ext cx="1567543" cy="83792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Graphic 5" descr="House with solid fill">
            <a:hlinkClick r:id="rId4" action="ppaction://hlinksldjump"/>
            <a:extLst>
              <a:ext uri="{FF2B5EF4-FFF2-40B4-BE49-F238E27FC236}">
                <a16:creationId xmlns:a16="http://schemas.microsoft.com/office/drawing/2014/main" id="{95B3BEC0-20CB-0AAD-5A4F-60900B87C5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799" y="543261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07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EBF37A-BBD4-3D5C-19DD-0B3569D1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2148110"/>
            <a:ext cx="8911687" cy="1280890"/>
          </a:xfr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GB" sz="6000" b="1" dirty="0"/>
              <a:t>THENK YOU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129066373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679</TotalTime>
  <Words>412</Words>
  <Application>Microsoft Office PowerPoint</Application>
  <PresentationFormat>Widescreen</PresentationFormat>
  <Paragraphs>71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Century Gothic</vt:lpstr>
      <vt:lpstr>Wingdings</vt:lpstr>
      <vt:lpstr>Wingdings 3</vt:lpstr>
      <vt:lpstr>Wisp</vt:lpstr>
      <vt:lpstr>Crown Kitchen</vt:lpstr>
      <vt:lpstr>INDEX</vt:lpstr>
      <vt:lpstr>INTRODUCTION</vt:lpstr>
      <vt:lpstr> About Us</vt:lpstr>
      <vt:lpstr>Vision &amp; Mission</vt:lpstr>
      <vt:lpstr>DATA FLOW DIAGRAM USER PANEL</vt:lpstr>
      <vt:lpstr>DATA FLOW DIAGRAM ADMIN PANEL</vt:lpstr>
      <vt:lpstr>Task dependency diagram </vt:lpstr>
      <vt:lpstr>PowerPoint Presentation</vt:lpstr>
      <vt:lpstr>HOME PAGE</vt:lpstr>
      <vt:lpstr>ABOUT US </vt:lpstr>
      <vt:lpstr>MEET OUR TEAM &amp; OUR VALUES m</vt:lpstr>
      <vt:lpstr>CONTACT US</vt:lpstr>
      <vt:lpstr> PAYMENT</vt:lpstr>
      <vt:lpstr>PAYMENT CONFFORMD</vt:lpstr>
      <vt:lpstr>OUR MENU</vt:lpstr>
      <vt:lpstr>RESERVATION PAGE </vt:lpstr>
      <vt:lpstr>REGISTER PAGE</vt:lpstr>
      <vt:lpstr>LOGIN PAGE </vt:lpstr>
      <vt:lpstr>PROFILE</vt:lpstr>
      <vt:lpstr>ADMIN LOGIN PAGE</vt:lpstr>
      <vt:lpstr>ADMIN DASHBROD</vt:lpstr>
      <vt:lpstr>Location &amp; Hours</vt:lpstr>
      <vt:lpstr>Contact &amp; Follow Us</vt:lpstr>
      <vt:lpstr>THENK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Crown Kitchen</dc:title>
  <dc:creator>Chirag Sarvaiya</dc:creator>
  <cp:lastModifiedBy>Chirag Sarvaiya</cp:lastModifiedBy>
  <cp:revision>37</cp:revision>
  <dcterms:created xsi:type="dcterms:W3CDTF">2025-10-01T12:12:29Z</dcterms:created>
  <dcterms:modified xsi:type="dcterms:W3CDTF">2026-04-10T06:49:35Z</dcterms:modified>
</cp:coreProperties>
</file>